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itka Banner Semibold" pitchFamily="2" charset="0"/>
      <p:bold r:id="rId13"/>
      <p:boldItalic r:id="rId14"/>
    </p:embeddedFont>
    <p:embeddedFont>
      <p:font typeface="Sora Light" panose="020B0604020202020204" charset="0"/>
      <p:regular r:id="rId15"/>
    </p:embeddedFont>
    <p:embeddedFont>
      <p:font typeface="Sora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38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6015" y="3531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Nutrition &amp; Health Data Visualization Dashboard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709" y="243425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Team B  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Yoganandha</a:t>
            </a: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Banavathu</a:t>
            </a:r>
            <a:endParaRPr lang="en-US" sz="2000" b="1" dirty="0">
              <a:solidFill>
                <a:srgbClr val="3B3535"/>
              </a:solidFill>
              <a:latin typeface="Times New Roman" panose="02020603050405020304" pitchFamily="18" charset="0"/>
              <a:ea typeface="Sora Light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T.Mary</a:t>
            </a: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Prajit V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Hiranmayi Mula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Varshitha Sri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Harish Ragavendran V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Vignesh 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Vijayalatha</a:t>
            </a: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Adithya Arun 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25128"/>
            <a:ext cx="1307401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Why Data Visualization Matters in Healthcare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06479"/>
            <a:ext cx="8338899" cy="4654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466" y="2802493"/>
            <a:ext cx="4246126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Visualizations transform complex nutrition data into actionable insights. Healthcare professionals can quickly identify patterns, correlations, and anomalies that would be difficult to spot in raw data tables.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3466" y="4756111"/>
            <a:ext cx="424612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Effective visual storytelling helps patients understand their dietary habits and empowers informed health decisions.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4310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Project Objectives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3089077"/>
            <a:ext cx="4226838" cy="3197423"/>
          </a:xfrm>
          <a:prstGeom prst="roundRect">
            <a:avLst>
              <a:gd name="adj" fmla="val 2846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504" y="3313271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17" y="3491984"/>
            <a:ext cx="292418" cy="2924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504" y="4179808"/>
            <a:ext cx="329672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Analyze Nutrition Data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82504" y="4665940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Process comprehensive food and nutrient datasets to extract meaningful patterns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1722" y="3089077"/>
            <a:ext cx="4226838" cy="3197423"/>
          </a:xfrm>
          <a:prstGeom prst="roundRect">
            <a:avLst>
              <a:gd name="adj" fmla="val 2846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5916" y="3313271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4629" y="3491984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5916" y="4179808"/>
            <a:ext cx="37784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Identify Consumption Patterns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25916" y="5022175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Discover trends in meal timing, nutrient distribution, and dietary choices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45134" y="3089077"/>
            <a:ext cx="4226957" cy="3197423"/>
          </a:xfrm>
          <a:prstGeom prst="roundRect">
            <a:avLst>
              <a:gd name="adj" fmla="val 2846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69329" y="3313271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8042" y="3491984"/>
            <a:ext cx="292418" cy="2924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9329" y="4179808"/>
            <a:ext cx="377856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Visualize Health Relationships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69329" y="5022175"/>
            <a:ext cx="377856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Illustrate connections between dietary patterns and health outcomes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5331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itka Banner Semibold" pitchFamily="2" charset="0"/>
                <a:ea typeface="Sora Semi Bold" pitchFamily="34" charset="-122"/>
                <a:cs typeface="Sora Semi Bold" pitchFamily="34" charset="-120"/>
              </a:rPr>
              <a:t>Dataset Overview</a:t>
            </a:r>
            <a:endParaRPr lang="en-US" sz="4450" dirty="0">
              <a:latin typeface="Sitka Banner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3224213"/>
            <a:ext cx="6448544" cy="2314932"/>
          </a:xfrm>
          <a:prstGeom prst="roundRect">
            <a:avLst>
              <a:gd name="adj" fmla="val 632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58309" y="3193733"/>
            <a:ext cx="6448544" cy="121920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899291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DA1B2E"/>
          </a:solidFill>
          <a:ln/>
        </p:spPr>
      </p:sp>
      <p:sp>
        <p:nvSpPr>
          <p:cNvPr id="6" name="Text 4"/>
          <p:cNvSpPr/>
          <p:nvPr/>
        </p:nvSpPr>
        <p:spPr>
          <a:xfrm>
            <a:off x="3852565" y="3061811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364" y="3765828"/>
            <a:ext cx="32200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Daily Food &amp; Nutrition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364" y="4251960"/>
            <a:ext cx="595443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10,000+ food entries tracking 150+ nutritional attributes across meal types, portion sizes, and timing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3428" y="3224213"/>
            <a:ext cx="6448663" cy="2314932"/>
          </a:xfrm>
          <a:prstGeom prst="roundRect">
            <a:avLst>
              <a:gd name="adj" fmla="val 632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3428" y="3193733"/>
            <a:ext cx="6448663" cy="121920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322778" y="2899291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DA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7803" y="3061811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70483" y="3765828"/>
            <a:ext cx="36099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Disease-Based Nutrition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70483" y="4251960"/>
            <a:ext cx="595455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5,000+ patient records linking dietary patterns with diagnosed conditions including diabetes, hypertension, and cardiovascular disease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8309" y="5782866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Both datasets include timestamps, demographic information, and detailed nutrient breakdowns for comprehensive analysis.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6942"/>
            <a:ext cx="728102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Key Nutritional Variables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44635" y="28692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Macronutrients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355419"/>
            <a:ext cx="393704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Calories, Protein, Carbohydrates, Fat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7121" y="3389769"/>
            <a:ext cx="324088" cy="324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4932" y="304264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Vitamins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4932" y="3528774"/>
            <a:ext cx="39371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A, B, C, D, E, K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8834" y="3389769"/>
            <a:ext cx="324088" cy="3240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4932" y="54999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Minerals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4932" y="5986105"/>
            <a:ext cx="39371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Calcium, Iron, Magnesium, Zinc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88834" y="5661481"/>
            <a:ext cx="324088" cy="3240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44635" y="5326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Meal Context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58309" y="5812750"/>
            <a:ext cx="393704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Meal Type, Water Intake, Disease Label</a:t>
            </a:r>
            <a:endParaRPr lang="en-US" sz="17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7121" y="5661481"/>
            <a:ext cx="324088" cy="324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01" y="782598"/>
            <a:ext cx="5354955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Visualizations Created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101" y="1577816"/>
            <a:ext cx="440769" cy="4407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101" y="2197894"/>
            <a:ext cx="2320171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Bar Charts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17101" y="2574012"/>
            <a:ext cx="790979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Nutrient comparison across meal types and disease categories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101" y="3116818"/>
            <a:ext cx="440769" cy="4407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101" y="3736896"/>
            <a:ext cx="2320171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Pie Charts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617101" y="4113014"/>
            <a:ext cx="790979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Meal distribution and macronutrient composition breakdowns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101" y="4655820"/>
            <a:ext cx="440769" cy="4407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101" y="5275897"/>
            <a:ext cx="2320171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Line Charts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17101" y="5652016"/>
            <a:ext cx="790979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Daily calorie trends and temporal consumption patterns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7101" y="6194822"/>
            <a:ext cx="440769" cy="4407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7101" y="6814899"/>
            <a:ext cx="2320171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Heatmaps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617101" y="7191018"/>
            <a:ext cx="790979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Nutrient correlation matrices identifying relationships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25128"/>
            <a:ext cx="657356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Key Insights from Data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505075"/>
            <a:ext cx="3842861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Highest Calorie Meals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8309" y="3149203"/>
            <a:ext cx="424612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Dinner consistently shows 35% higher calorie intake compared to breakfast and lunch. Evening meals average 850 calories versus 450-600 for other meals.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099328"/>
            <a:ext cx="3592235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Nutrient Imbalances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8309" y="5743456"/>
            <a:ext cx="42461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70% of analyzed diets show protein deficiency while exceeding recommended sugar intake by 45%.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693" y="2306479"/>
            <a:ext cx="8338899" cy="4654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45601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Interactive Dashboard Features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3206353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3543895"/>
            <a:ext cx="3705344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6" name="Text 3"/>
          <p:cNvSpPr/>
          <p:nvPr/>
        </p:nvSpPr>
        <p:spPr>
          <a:xfrm>
            <a:off x="758309" y="37130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Dynamic Filters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309" y="4199215"/>
            <a:ext cx="3705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Filter by meal type, disease category, or specific nutrients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680228" y="3206353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80228" y="3543895"/>
            <a:ext cx="3705463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0" name="Text 7"/>
          <p:cNvSpPr/>
          <p:nvPr/>
        </p:nvSpPr>
        <p:spPr>
          <a:xfrm>
            <a:off x="4680228" y="37130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80228" y="4199215"/>
            <a:ext cx="37054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Instantly refresh visualizations as filters change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8309" y="5271611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5609153"/>
            <a:ext cx="7627382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4" name="Text 11"/>
          <p:cNvSpPr/>
          <p:nvPr/>
        </p:nvSpPr>
        <p:spPr>
          <a:xfrm>
            <a:off x="758309" y="577834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Clean UI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58309" y="626447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User-friendly design with consistent color scheme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3655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Key Findings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190756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45%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28274" y="41763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Average Excess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4662488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Sugar intake above recommended daily limits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9819" y="3190756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3.2x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67757" y="4176355"/>
            <a:ext cx="28948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Disease Correlation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9819" y="4662488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Higher risk with imbalanced macronutrient ratios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81329" y="3190756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850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51294" y="41763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Dinner Calories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81329" y="4662488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 evening meal compared to 500 recommended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559962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Takeaway: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Balanced nutrition is critical. Visualizations reveal that most diets exceed calories in evening meals while lacking essential nutrients throughout the day.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397" y="686991"/>
            <a:ext cx="5236131" cy="654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Sitka Banner Semibold" pitchFamily="2" charset="0"/>
                <a:ea typeface="Sora Semi Bold" pitchFamily="34" charset="-122"/>
                <a:cs typeface="Sora Semi Bold" pitchFamily="34" charset="-120"/>
              </a:rPr>
              <a:t>Conclusion</a:t>
            </a:r>
            <a:endParaRPr lang="en-US" sz="4100" dirty="0">
              <a:latin typeface="Sitka Banner Semibold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97" y="2225278"/>
            <a:ext cx="8434507" cy="470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3822" y="1798201"/>
            <a:ext cx="4317683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Data Visualization Simplifies Complexity</a:t>
            </a:r>
            <a:endParaRPr lang="en-US" sz="2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23822" y="2635210"/>
            <a:ext cx="4317683" cy="122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Transforming raw numbers into visual stories makes complex nutritional data accessible to healthcare providers and patients alike.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623822" y="4038957"/>
            <a:ext cx="3698677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Empowers Better Decisions</a:t>
            </a:r>
            <a:endParaRPr lang="en-US" sz="2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23822" y="4548783"/>
            <a:ext cx="4317683" cy="9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 visualizations help users understand dietary patterns and make informed health choices.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23822" y="5647253"/>
            <a:ext cx="3321487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Real-World Applications</a:t>
            </a:r>
            <a:endParaRPr lang="en-US" sz="2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23822" y="6157079"/>
            <a:ext cx="4317683" cy="122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framework can be extended to mobile health apps, clinical decision support systems, and personalized nutrition platforms.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472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Arial</vt:lpstr>
      <vt:lpstr>Sitka Banner Semibold</vt:lpstr>
      <vt:lpstr>Sora Light</vt:lpstr>
      <vt:lpstr>Sora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 babu M</dc:creator>
  <cp:lastModifiedBy>Yoganandha Banavathu</cp:lastModifiedBy>
  <cp:revision>3</cp:revision>
  <dcterms:created xsi:type="dcterms:W3CDTF">2026-03-26T13:53:01Z</dcterms:created>
  <dcterms:modified xsi:type="dcterms:W3CDTF">2026-03-26T14:32:35Z</dcterms:modified>
</cp:coreProperties>
</file>